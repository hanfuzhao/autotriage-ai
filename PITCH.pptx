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256032" cy="228600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E8EDF7"/>
                </a:solidFill>
                <a:latin typeface="Calibri"/>
              </a:rPr>
              <a:t>AutoTriage AI</a:t>
            </a:r>
          </a:p>
          <a:p>
            <a:pPr algn="l">
              <a:spcAft>
                <a:spcPts val="2400"/>
              </a:spcAft>
            </a:pPr>
            <a:r>
              <a:rPr sz="2600" b="0">
                <a:solidFill>
                  <a:srgbClr val="4CC9F0"/>
                </a:solidFill>
                <a:latin typeface="Calibri"/>
              </a:rPr>
              <a:t>Is your car problem a safety issue?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93A0BD"/>
                </a:solidFill>
                <a:latin typeface="Calibri"/>
              </a:rPr>
              <a:t>Module 2 Project, Natural Language Processing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93A0BD"/>
                </a:solidFill>
                <a:latin typeface="Calibri"/>
              </a:rPr>
              <a:t>Live demo: autotriage-ai-unfvnsiy6a-uc.a.run.app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46304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8EDF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Your car does something odd, a noise, a warning light, a scary moment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Most owners cannot tell a real safety defect from a harmless quirk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So they worry over nothing, or keep driving through a real problem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Recalls start from owner complaints, but only if people recognise and report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46304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8EDF7"/>
                </a:solidFill>
                <a:latin typeface="Calibri"/>
              </a:rPr>
              <a:t>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Describe the problem in plain words, the way you would tell a friend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It tells you which of 14 car systems it is, and how serious that system is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And whether it is worth reporting to NHTSA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It shows the exact words behind the call, so you can decide to trust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46304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8EDF7"/>
                </a:solidFill>
                <a:latin typeface="Calibri"/>
              </a:rPr>
              <a:t>Why this is new work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93A0BD"/>
                </a:solidFill>
                <a:latin typeface="Calibri"/>
              </a:rPr>
              <a:t>Different data, question, model, and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Not my hackathon: that was sentiment on consumer reviews, fine-tuned DistilBERT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This is safety complaints, which system failed, a TextCNN with GloVe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Published work on this database clusters it for regulators (Ghazizadeh et al., 2014)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I pointed the same data at the owner, with explanations and a safety tier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46304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8EDF7"/>
                </a:solidFill>
                <a:latin typeface="Calibri"/>
              </a:rPr>
              <a:t>Live demo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93A0BD"/>
                </a:solidFill>
                <a:latin typeface="Calibri"/>
              </a:rPr>
              <a:t>Let the screen do the talking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autotriage-ai-unfvnsiy6a-uc.a.run.app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Most likely system, confidence, and the other systems it could be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The words that drove the call, plus a safety tier and a plain next step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Flip between the naive, classical, and deep models on the same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46304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8EDF7"/>
                </a:solidFill>
                <a:latin typeface="Calibri"/>
              </a:rPr>
              <a:t>Three models, judged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Naive baseline, majority class, the accuracy floor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Classical, TF-IDF with class-weighted Logistic Regression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Deep, TextCNN with GloVe transfer learning, the deployed model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The data is long-tailed, so we judge on macro-F1, not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46304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8EDF7"/>
                </a:solidFill>
                <a:latin typeface="Calibri"/>
              </a:rPr>
              <a:t>Results on the held-out test 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0" y="201168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011680"/>
                <a:gridCol w="201168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8EDF7"/>
                          </a:solidFill>
                        </a:rPr>
                        <a:t>Naive, majority class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8EDF7"/>
                          </a:solidFill>
                        </a:rPr>
                        <a:t>0.094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8EDF7"/>
                          </a:solidFill>
                        </a:rPr>
                        <a:t>0.012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E8EDF7"/>
                          </a:solidFill>
                        </a:rPr>
                        <a:t>Classical, TF-IDF and LogReg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8EDF7"/>
                          </a:solidFill>
                        </a:rPr>
                        <a:t>0.774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E8EDF7"/>
                          </a:solidFill>
                        </a:rPr>
                        <a:t>0.768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E8EDF7"/>
                          </a:solidFill>
                        </a:rPr>
                        <a:t>Deep, TextCNN and GloVe, deployed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E8EDF7"/>
                          </a:solidFill>
                        </a:rPr>
                        <a:t>0.771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E8EDF7"/>
                          </a:solidFill>
                        </a:rPr>
                        <a:t>0.762</a:t>
                      </a:r>
                    </a:p>
                  </a:txBody>
                  <a:tcPr>
                    <a:solidFill>
                      <a:srgbClr val="161F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63040" y="512064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93A0BD"/>
                </a:solidFill>
                <a:latin typeface="Calibri"/>
              </a:rPr>
              <a:t>Long-tailed data, so macro-F1 is the metric that matters. The naive floor is 0.012.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93A0BD"/>
                </a:solidFill>
                <a:latin typeface="Calibri"/>
              </a:rPr>
              <a:t>GloVe transfer learning pulls the deep model up to the classical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46304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8EDF7"/>
                </a:solidFill>
                <a:latin typeface="Calibri"/>
              </a:rP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GloVe transfer learning erased the deep model's cold-start gap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At about 1,300 examples it went from 11 points behind to a tie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For a safety tool, honesty matters: it says 'not sure' instead of a false all-clear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Answering only the most confident 60 percent reaches 91 percent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40080"/>
            <a:ext cx="146304" cy="502920"/>
          </a:xfrm>
          <a:prstGeom prst="rect">
            <a:avLst/>
          </a:prstGeom>
          <a:solidFill>
            <a:srgbClr val="4C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66928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8EDF7"/>
                </a:solidFill>
                <a:latin typeface="Calibri"/>
              </a:rPr>
              <a:t>Why it matters, and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10058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Turn a helpless worry into a clear read and a next step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Every good report an owner files also feeds the recall system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Live on the cloud, a small model, no GPU, and it explains itself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E8EDF7"/>
                </a:solidFill>
                <a:latin typeface="Calibri"/>
              </a:rPr>
              <a:t>The ask: put it in a car marketplace or claims flow and test it with real owners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