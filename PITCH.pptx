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256032" cy="228600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EDF7"/>
                </a:solidFill>
                <a:latin typeface="Calibri"/>
              </a:rPr>
              <a:t>AutoTriage AI</a:t>
            </a:r>
          </a:p>
          <a:p>
            <a:pPr algn="l">
              <a:spcAft>
                <a:spcPts val="2400"/>
              </a:spcAft>
            </a:pPr>
            <a:r>
              <a:rPr sz="2400" b="0">
                <a:solidFill>
                  <a:srgbClr val="4CC9F0"/>
                </a:solidFill>
                <a:latin typeface="Calibri"/>
              </a:rPr>
              <a:t>Reading vehicle safety complaints and routing them to the right system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Module 2 Project, Natural Language Processing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93A0BD"/>
                </a:solidFill>
                <a:latin typeface="Calibri"/>
              </a:rPr>
              <a:t>Live demo: autotriage-ai-unfvnsiy6a-uc.a.run.app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Drivers file hundreds of thousands of safety complaints with NHTSA every year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Every complaint has to be tagged with the vehicle system it is about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That tagging is mostly manual today, so it is slow and inconsistent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These complaints are the early warning for recalls, so speed matters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Reads the owner's own words and predicts one of 14 vehicle systems in under a second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Flags how safety-critical the system is and suggests where to route the report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Trained on about 37,000 real NHTSA complaints across 14 car makes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Not a black box, it shows the exact words behind every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Live demo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Let the screen do the talking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autotriage-ai-unfvnsiy6a-uc.a.run.app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Prediction, confidence, and the top 3 candidate systems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Highlighted words that drove the call, plus a safety triage banner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Flip between the naive, classical, and deep models on the same 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Three models, one honest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Naive baseline, majority class, the accuracy floor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Classical, TF-IDF with class-weighted Logistic Regression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Deep, TextCNN with GloVe transfer learning, the deployed model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data is long-tailed, so we judge on macro-F1, not accuracy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Results on the held-out test 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201168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011680"/>
                <a:gridCol w="201168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4361E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8EDF7"/>
                          </a:solidFill>
                        </a:rPr>
                        <a:t>Naive, majority class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0.094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E8EDF7"/>
                          </a:solidFill>
                        </a:rPr>
                        <a:t>Classical, TF-IDF and LogReg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E8EDF7"/>
                          </a:solidFill>
                        </a:rPr>
                        <a:t>0.768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E8EDF7"/>
                          </a:solidFill>
                        </a:rPr>
                        <a:t>Deep, TextCNN and GloVe, deployed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E8EDF7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E8EDF7"/>
                          </a:solidFill>
                        </a:rPr>
                        <a:t>0.762</a:t>
                      </a:r>
                    </a:p>
                  </a:txBody>
                  <a:tcPr>
                    <a:solidFill>
                      <a:srgbClr val="161F3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120640"/>
            <a:ext cx="9144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Long-tailed data, so macro-F1 is the metric that matters. The naive floor is 0.012.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93A0BD"/>
                </a:solidFill>
                <a:latin typeface="Calibri"/>
              </a:rPr>
              <a:t>GloVe transfer learning pulls the deep model up to the classical baseline.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GloVe transfer learning erased the deep model's cold-start gap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At about 1,300 examples it went from 11 points behind to a tie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classical model stays a bit more robust to typos and noise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Answering only the most confident 60 percent reaches 91 percent accuracy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0080"/>
            <a:ext cx="146304" cy="502920"/>
          </a:xfrm>
          <a:prstGeom prst="rect">
            <a:avLst/>
          </a:prstGeom>
          <a:solidFill>
            <a:srgbClr val="4CC9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66928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>
                <a:solidFill>
                  <a:srgbClr val="E8EDF7"/>
                </a:solidFill>
                <a:latin typeface="Calibri"/>
              </a:rPr>
              <a:t>Why it matters, and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0058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Manual triage becomes real-time triage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same engine fits a marketplace, a manufacturer, or a fleet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Live on the cloud, a small model, no GPU, and transparent</a:t>
            </a:r>
          </a:p>
          <a:p>
            <a:pPr algn="l">
              <a:spcAft>
                <a:spcPts val="1800"/>
              </a:spcAft>
            </a:pPr>
            <a:r>
              <a:rPr sz="2200" b="0">
                <a:solidFill>
                  <a:srgbClr val="E8EDF7"/>
                </a:solidFill>
                <a:latin typeface="Calibri"/>
              </a:rPr>
              <a:t>The ask: a partner complaint stream and a pilot with one quality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